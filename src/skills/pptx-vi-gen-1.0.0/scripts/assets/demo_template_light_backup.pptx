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客户名称 · 项目汇报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2026 年度总结与规划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463040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收入增长 30%</a:t>
            </a:r>
          </a:p>
          <a:p>
            <a:r>
              <a:t>新签客户 42 家</a:t>
            </a:r>
          </a:p>
          <a:p>
            <a:r>
              <a:t>交付周期缩短 15%</a:t>
            </a:r>
          </a:p>
        </p:txBody>
      </p:sp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