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1463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企业智能代理系统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95959"/>
                </a:solidFill>
              </a:defRPr>
            </a:pPr>
            <a:r>
              <a:t>Office 预览功能验收样例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系统核心能力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多渠道接入：企业微信、钉钉、飞书</a:t>
            </a:r>
          </a:p>
          <a:p>
            <a:pPr>
              <a:spcAft>
                <a:spcPts val="1400"/>
              </a:spcAft>
              <a:defRPr sz="1800"/>
            </a:pPr>
            <a:r>
              <a:t>文档理解：Office 三格式在线预览</a:t>
            </a:r>
          </a:p>
          <a:p>
            <a:pPr>
              <a:spcAft>
                <a:spcPts val="1400"/>
              </a:spcAft>
              <a:defRPr sz="1800"/>
            </a:pPr>
            <a:r>
              <a:t>知识检索：企业知识库语义搜索</a:t>
            </a:r>
          </a:p>
          <a:p>
            <a:pPr>
              <a:spcAft>
                <a:spcPts val="1400"/>
              </a:spcAft>
              <a:defRPr sz="1800"/>
            </a:pPr>
            <a:r>
              <a:t>任务编排：日常工作流程自动化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371600"/>
            <a:ext cx="347472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对话入口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3108960"/>
            <a:ext cx="1554480" cy="1554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3108960"/>
            <a:ext cx="1645920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B1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D966"/>
                </a:solidFill>
              </a:defRPr>
            </a:pPr>
            <a:r>
              <a:t>季度主题：深空紫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371600" cy="1371600"/>
          </a:xfrm>
          <a:prstGeom prst="roundRect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2011680"/>
            <a:ext cx="1371600" cy="1371600"/>
          </a:xfrm>
          <a:prstGeom prst="roundRect">
            <a:avLst/>
          </a:prstGeom>
          <a:solidFill>
            <a:srgbClr val="FFD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2011680"/>
            <a:ext cx="1371600" cy="1371600"/>
          </a:xfrm>
          <a:prstGeom prst="roundRect">
            <a:avLst/>
          </a:prstGeom>
          <a:solidFill>
            <a:srgbClr val="6BC77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2011680"/>
            <a:ext cx="1371600" cy="1371600"/>
          </a:xfrm>
          <a:prstGeom prst="roundRect">
            <a:avLst/>
          </a:prstGeom>
          <a:solidFill>
            <a:srgbClr val="4D96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1371600" cy="1371600"/>
          </a:xfrm>
          <a:prstGeom prst="roundRect">
            <a:avLst/>
          </a:prstGeom>
          <a:solidFill>
            <a:srgbClr val="B98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8E8E8"/>
                </a:solidFill>
              </a:defRPr>
            </a:pPr>
            <a:r>
              <a:t>本页用于验证彩色主题与高对比配色的渲染效果：渐变色块、描边与字体颜色在预览组件中应保持一致。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预览验收检查清单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预期结果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Sheet 切换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点击 multisheet.xlsx 页签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表格内容随页签切换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行数截断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打开 bigrows.xlsx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显示 1000 行截断提示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大小门槛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打开 oversize.xlsx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提示文件超过 10MB 限制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731520" y="3931920"/>
            <a:ext cx="2926080" cy="8229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4206240" y="3657600"/>
            <a:ext cx="1280160" cy="1280160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混排元素：表格、箭头、星形、文本框同页呈现，验证组合渲染与翻页导航。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